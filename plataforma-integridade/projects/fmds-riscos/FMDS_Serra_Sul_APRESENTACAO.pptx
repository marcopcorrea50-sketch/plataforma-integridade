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A2E35"/>
                </a:solidFill>
                <a:latin typeface="Arial"/>
              </a:defRPr>
            </a:pPr>
            <a:r>
              <a:rPr sz="1200" b="1" i="0" u="none" strike="noStrike">
                <a:solidFill>
                  <a:srgbClr val="1A2E35"/>
                </a:solidFill>
                <a:latin typeface="Arial"/>
              </a:rPr>
              <a:t>Controles com maior número de ativos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Ativos</c:v>
                </c:pt>
              </c:strCache>
            </c:strRef>
          </c:tx>
          <c:spPr>
            <a:solidFill>
              <a:srgbClr val="006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CTH-000013440</c:v>
                  </c:pt>
                  <c:pt idx="1">
                    <c:v>CTH-000021832</c:v>
                  </c:pt>
                  <c:pt idx="2">
                    <c:v>CTH-000021855</c:v>
                  </c:pt>
                  <c:pt idx="3">
                    <c:v>CTH-000021836</c:v>
                  </c:pt>
                  <c:pt idx="4">
                    <c:v>CTH-000012891</c:v>
                  </c:pt>
                  <c:pt idx="5">
                    <c:v>CTH-000031784</c:v>
                  </c:pt>
                  <c:pt idx="6">
                    <c:v>CTH-000021799</c:v>
                  </c:pt>
                  <c:pt idx="7">
                    <c:v>CTH-000020229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E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5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A2E35"/>
                </a:solidFill>
                <a:latin typeface="Arial"/>
              </a:defRPr>
            </a:pPr>
            <a:r>
              <a:rPr sz="1200" b="1" i="0" u="none" strike="noStrike">
                <a:solidFill>
                  <a:srgbClr val="1A2E35"/>
                </a:solidFill>
                <a:latin typeface="Arial"/>
              </a:rPr>
              <a:t>Distribuição por prioridade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Notas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69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79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P1 — Alta</c:v>
                  </c:pt>
                  <c:pt idx="1">
                    <c:v>P2 — Média</c:v>
                  </c:pt>
                  <c:pt idx="2">
                    <c:v>P3 — Baixa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486</c:v>
                </c:pt>
                <c:pt idx="2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E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5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A2E35"/>
                </a:solidFill>
                <a:latin typeface="Arial"/>
              </a:defRPr>
            </a:pPr>
            <a:r>
              <a:rPr sz="1200" b="1" i="0" u="none" strike="noStrike">
                <a:solidFill>
                  <a:srgbClr val="1A2E35"/>
                </a:solidFill>
                <a:latin typeface="Arial"/>
              </a:rPr>
              <a:t>Notas por centro de trabalho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Notas</c:v>
                </c:pt>
              </c:strCache>
            </c:strRef>
          </c:tx>
          <c:spPr>
            <a:solidFill>
              <a:srgbClr val="006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SC25</c:v>
                  </c:pt>
                  <c:pt idx="1">
                    <c:v>SC21</c:v>
                  </c:pt>
                  <c:pt idx="2">
                    <c:v>SC28</c:v>
                  </c:pt>
                  <c:pt idx="3">
                    <c:v>EESS01ME</c:v>
                  </c:pt>
                  <c:pt idx="4">
                    <c:v>SC76</c:v>
                  </c:pt>
                  <c:pt idx="5">
                    <c:v>SC27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259</c:v>
                </c:pt>
                <c:pt idx="1">
                  <c:v>133</c:v>
                </c:pt>
                <c:pt idx="2">
                  <c:v>41</c:v>
                </c:pt>
                <c:pt idx="3">
                  <c:v>34</c:v>
                </c:pt>
                <c:pt idx="4">
                  <c:v>27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E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455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965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600" kern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FMDS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88720" y="27614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20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RISCOS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07008" y="3456432"/>
            <a:ext cx="2377440" cy="22860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36758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 Sul · S11D · Carajás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4023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Gerência de Integridade Estrutural — Coordenação Serra Sul IE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4892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consolidada dos seis blocos do painel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 Sul S11D · Gerência de Integridade Estrutural · 16/08/2026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0" y="64739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3529584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81328"/>
            <a:ext cx="3529584" cy="3200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1719072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 DE TESTES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0664" y="2029968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de 28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40664" y="2724912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operacionais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0664" y="309067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 histórico (ND) · 0 vencidos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70248" y="1481328"/>
            <a:ext cx="3529584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0248" y="1481328"/>
            <a:ext cx="3529584" cy="3200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07992" y="1719072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CRÍTICOS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07992" y="2029968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07992" y="2724912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estruturais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07992" y="309067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56 · BFE/USINA 60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37576" y="1481328"/>
            <a:ext cx="3529584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7576" y="1481328"/>
            <a:ext cx="3529584" cy="3200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1719072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SAP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75320" y="2029968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275320" y="2724912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ativas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75320" y="3090672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de prioridade alta (P1)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877056"/>
            <a:ext cx="3529584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877056"/>
            <a:ext cx="3529584" cy="3200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" y="411480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ORDENS INSES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0664" y="4425696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740664" y="512064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ordens de inspeção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" y="548640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em execução · 13 programadas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70248" y="3877056"/>
            <a:ext cx="3529584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70248" y="3877056"/>
            <a:ext cx="3529584" cy="3200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4" name="Text 32"/>
          <p:cNvSpPr/>
          <p:nvPr/>
        </p:nvSpPr>
        <p:spPr>
          <a:xfrm>
            <a:off x="4507992" y="411480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DE AÇÃO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07992" y="4425696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 8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4507992" y="512064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07992" y="548640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 prazo · 0 vencidas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37576" y="3877056"/>
            <a:ext cx="3529584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37576" y="3877056"/>
            <a:ext cx="3529584" cy="3200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40" name="Text 38"/>
          <p:cNvSpPr/>
          <p:nvPr/>
        </p:nvSpPr>
        <p:spPr>
          <a:xfrm>
            <a:off x="8275320" y="411480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75320" y="4425696"/>
            <a:ext cx="3072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8275320" y="5120640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em atraso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75320" y="548640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notas vencidas · 4 ordens atrasadas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Farol de testes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julho/2026 encerrado — nenhum teste vencido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 Sul S11D · Gerência de Integridade Estrutural · 16/08/2026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0" y="64739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27/28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21396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COM RESULTADO "FUNCIONA"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77640" y="14813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977640" y="21396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VENCIDOS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52360" y="14813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452360" y="21396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VENCEM NOS PRÓXIMOS 60 DIAS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15184"/>
            <a:ext cx="11155680" cy="9144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798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vencimentos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182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97480" y="318211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31821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VENCIMENTO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104120" y="31821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438144"/>
            <a:ext cx="11155680" cy="13716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52958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CTH-000021836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97480" y="352958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H2FSS_Conservação estrutural das máquinas do Pátio de Produto (EP e RC)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66760" y="35295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26/08/2026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104120" y="352958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dias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950208"/>
            <a:ext cx="11155680" cy="45720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0050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CTH-000021818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97480" y="40050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H2FSS_Conservação Estrutural das vias de rolamento das EP2020KS01/02/03 Pátio 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66760" y="40050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104120" y="40050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dias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480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CTH-000031159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697480" y="44805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Conservação de componentes estruturais principais ou críticos do transportador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66760" y="4480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09/09/2026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104120" y="4480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dias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4901184"/>
            <a:ext cx="11155680" cy="45720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956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CTH-000030053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697480" y="49560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Conservação dos componentes estruturais e críticos TN1085KS02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366760" y="49560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11/10/2026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104120" y="49560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dias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5632704"/>
            <a:ext cx="11155680" cy="566928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40" name="Shape 38"/>
          <p:cNvSpPr/>
          <p:nvPr/>
        </p:nvSpPr>
        <p:spPr>
          <a:xfrm>
            <a:off x="502920" y="5632704"/>
            <a:ext cx="45720" cy="56692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1" name="Text 39"/>
          <p:cNvSpPr/>
          <p:nvPr/>
        </p:nvSpPr>
        <p:spPr>
          <a:xfrm>
            <a:off x="713232" y="563270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Concluídos no ciclo: CTH-000022830 e CTH-000014809 (julho) · CTH-000021832 e CTH-000013440 (06/07) — todos registrados no Bwise.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críticos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ativos estruturais — componentes fora do escopo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 Sul S11D · Gerência de Integridade Estrutural · 16/08/2026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0" y="64739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21396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ESTRUTURAIS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2920" y="3273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" y="4407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BFE / USINA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5029200"/>
            <a:ext cx="2743200" cy="9144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5175504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controles com ativos vinculados. 23 conferem exatamente com a contagem do Bwise; 3 apresentam divergência e estão sinalizados no painel.</a:t>
            </a:r>
            <a:endParaRPr lang="en-US" sz="9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0" y="1371600"/>
          <a:ext cx="80010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SAP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ativa de notas de manutenção dos ativos críticos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 Sul S11D · Gerência de Integridade Estrutural · 16/08/2026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0" y="64739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2139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ATIVAS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3240" y="14813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063240" y="2139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ALTA (P1)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23560" y="14813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623560" y="2139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VENCIDAS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83880" y="14813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183880" y="2139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DE TRABALHO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651760"/>
            <a:ext cx="11155680" cy="9144"/>
          </a:xfrm>
          <a:prstGeom prst="rect">
            <a:avLst/>
          </a:prstGeom>
          <a:solidFill>
            <a:srgbClr val="D8DEE1"/>
          </a:solidFill>
          <a:ln/>
        </p:spPr>
      </p:sp>
      <p:graphicFrame>
        <p:nvGraphicFramePr>
          <p:cNvPr id="17" name="Chart 0" descr=""/>
          <p:cNvGraphicFramePr/>
          <p:nvPr/>
        </p:nvGraphicFramePr>
        <p:xfrm>
          <a:off x="365760" y="283464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Chart 1" descr=""/>
          <p:cNvGraphicFramePr/>
          <p:nvPr/>
        </p:nvGraphicFramePr>
        <p:xfrm>
          <a:off x="6126480" y="283464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Ordens de inspeção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trabalho INSES — Inspeção Estrutural,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 Sul S11D · Gerência de Integridade Estrutural · 16/08/2026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0" y="64739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21396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ORDENS NO PERÍODO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48132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37560" y="21396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EXECUÇÃO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148132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172200" y="21396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006840" y="148132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06840" y="21396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651760"/>
            <a:ext cx="11155680" cy="9144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852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Ordens com início programado vencido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2369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88920" y="3236976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0" y="32369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PROG.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07040" y="32369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493008"/>
            <a:ext cx="11155680" cy="13716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584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202603222147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88920" y="3584448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 ESTRUTURAL ESPECIAL RC2092KS04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0" y="3584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27/07/2026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607040" y="35844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4023360"/>
            <a:ext cx="11155680" cy="475488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0782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202603221959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88920" y="4078224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 ESTRUTURAL ESPECIAL RC2092KS03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44000" y="40782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28/07/2026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607040" y="407822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4572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202603533526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88920" y="457200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RC2092KS02 - INSPEÇÃO ESTRUTURAL MP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44000" y="4572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10/08/2026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607040" y="45720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5010912"/>
            <a:ext cx="11155680" cy="475488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50657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202603558122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788920" y="5065776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EP2091KS03 - INSPEÇÃO ESTRUTURAL MP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144000" y="50657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10/08/2026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607040" y="506577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5669280"/>
            <a:ext cx="11155680" cy="530352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566928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área: MINA 9 · BFE/USINA 21.   Concluídas no período: 2.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de ação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Bwise — 6 concluídas, 2 no prazo, nenhuma vencida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 Sul S11D · Gerência de Integridade Estrutural · 16/08/2026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0" y="64739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5179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7440" y="151790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35440" y="15179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VENCIMENTO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151790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773936"/>
            <a:ext cx="11155680" cy="13716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88366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AP-24-08-35855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188366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onepage do controle (atividades e centros de trabalho)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35440" y="188366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30/09/2024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0" y="188366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368296"/>
            <a:ext cx="11155680" cy="530352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43230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AP-24-10-37753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243230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numeração dos planos sistemáticos para coberturas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235440" y="243230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30/11/2024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0" y="243230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98094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AP-24-11-38181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77440" y="298094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numeração dos planos sistemáticos — coberturas (2)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235440" y="298094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31/12/2024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0" y="298094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465576"/>
            <a:ext cx="11155680" cy="530352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52958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AP-24-11-38427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77440" y="352958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alteração da One Pager do teste de controle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235440" y="352958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06/12/2024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15600" y="352958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07822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AP-25-08-42991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77440" y="407822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HIRA2C — Priorizar inspeção N2 dos silos 1 e 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235440" y="407822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24/10/2025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0" y="407822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4562856"/>
            <a:ext cx="11155680" cy="530352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62686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AP-25-12-45321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77440" y="462686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HIRA2C — Elaborar onepager e realizar teste controle N2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235440" y="462686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28/01/2026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515600" y="462686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517550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AP-25-04-41217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377440" y="517550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monitoramento on-line inclinômetros TN1085KS02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235440" y="517550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15/12/2026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515600" y="517550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prazo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5660136"/>
            <a:ext cx="11155680" cy="530352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572414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AP-24-11-38426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377440" y="5724144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pesagem da EP2020KS03 conforme procedimento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235440" y="572414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01/12/2026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515600" y="572414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prazo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 para o próximo ciclo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19088"/>
            <a:ext cx="11155680" cy="9144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73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 Sul S11D · Gerência de Integridade Estrutural · 16/08/2026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961120" y="64739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159105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o teste do CTH-000021836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92024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 em 26/08/2026. É o vencimento mais próximo da carteira.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51560" y="2340864"/>
            <a:ext cx="10607040" cy="9144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51560" y="25237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Regularizar as 4 ordens de inspeção atrasadas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85292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inspeções especiais do RC2092 acumulam cerca de 20 dias de atraso.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51560" y="3273552"/>
            <a:ext cx="10607040" cy="9144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51560" y="34564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Repactuar ou concluir as 19 notas vencidas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78561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desejada já ultrapassada; priorizar as de prioridade alta.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51560" y="4206240"/>
            <a:ext cx="10607040" cy="9144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51560" y="43891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as 3 divergências de ativos com o Bwise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71830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CTH-000014809, CTH-000031305 e CTH-000013586 diferem da base SAP.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51560" y="5138928"/>
            <a:ext cx="10607040" cy="9144"/>
          </a:xfrm>
          <a:prstGeom prst="rect">
            <a:avLst/>
          </a:prstGeom>
          <a:solidFill>
            <a:srgbClr val="D8DEE1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51560" y="532180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controle CTH-000030055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565099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sem histórico de teste (ND) — monitoramento por inclinômetros.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Vale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FMDS Gestão de Riscos — Serra Sul S11D</dc:title>
  <dc:subject>PptxGenJS Presentation</dc:subject>
  <dc:creator>PptxGenJS</dc:creator>
  <cp:lastModifiedBy>PptxGenJS</cp:lastModifiedBy>
  <cp:revision>1</cp:revision>
  <dcterms:created xsi:type="dcterms:W3CDTF">2026-08-17T01:02:11Z</dcterms:created>
  <dcterms:modified xsi:type="dcterms:W3CDTF">2026-08-17T01:02:11Z</dcterms:modified>
</cp:coreProperties>
</file>